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8509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000"/>
              <a:t>Service review - slide 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778000"/>
            <a:ext cx="6350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/>
              <a:t>All chart labels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